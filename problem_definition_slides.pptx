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9134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5</Words>
  <Application>Microsoft Macintosh PowerPoint</Application>
  <PresentationFormat>Widescreen</PresentationFormat>
  <Paragraphs>5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7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UOkay?</dc:title>
  <dc:subject>PptxGenJS Presentation</dc:subject>
  <dc:creator>Created by Marp</dc:creator>
  <cp:lastModifiedBy>Arsenault, Peter</cp:lastModifiedBy>
  <cp:revision>2</cp:revision>
  <dcterms:created xsi:type="dcterms:W3CDTF">2026-10-25T20:02:26Z</dcterms:created>
  <dcterms:modified xsi:type="dcterms:W3CDTF">2026-10-25T21:15:55Z</dcterms:modified>
</cp:coreProperties>
</file>